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Irrigation using Soil-Moisture Sensing and LoRa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Review 1 · Team Aurora · Guide: Dr. R. Meena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Fixed-schedule irrigation wastes water</a:t>
            </a:r>
          </a:p>
          <a:p>
            <a:r>
              <a:t>No visibility into soil condition</a:t>
            </a:r>
          </a:p>
          <a:p>
            <a:r>
              <a:t>Cellular solutions are costly in rural fields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Root-depth moisture sensing</a:t>
            </a:r>
          </a:p>
          <a:p>
            <a:r>
              <a:t>2 km LoRa link to gateway</a:t>
            </a:r>
          </a:p>
          <a:p>
            <a:r>
              <a:t>Automatic pump control</a:t>
            </a:r>
          </a:p>
          <a:p>
            <a:r>
              <a:t>Mobile dashboard and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GSM-based control — SMS cost, coverage</a:t>
            </a:r>
          </a:p>
          <a:p>
            <a:r>
              <a:t>Wi-Fi mesh — range under 100 m</a:t>
            </a:r>
          </a:p>
          <a:p>
            <a:r>
              <a:t>LoRaWAN — needs network server</a:t>
            </a:r>
          </a:p>
          <a:p>
            <a:r>
              <a:t>Resistive probes — corrosion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Battery-powered sensor nodes</a:t>
            </a:r>
          </a:p>
          <a:p>
            <a:r>
              <a:t>Mains-powered gateway with relay</a:t>
            </a:r>
          </a:p>
          <a:p>
            <a:r>
              <a:t>Firebase + Flutter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2: system design</a:t>
            </a:r>
          </a:p>
          <a:p>
            <a:r>
              <a:t>Review 3: working prototype</a:t>
            </a:r>
          </a:p>
          <a:p>
            <a:r>
              <a:t>Review 4: field trial &amp;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